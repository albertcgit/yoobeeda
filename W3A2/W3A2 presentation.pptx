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90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</a:p>
          <a:p>
            <a:r>
              <a:rPr lang="en-US" sz="3600" dirty="0"/>
              <a:t>messy_dataset_Mukesh.csv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251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03894"/>
              </p:ext>
            </p:extLst>
          </p:nvPr>
        </p:nvGraphicFramePr>
        <p:xfrm>
          <a:off x="1283547" y="750146"/>
          <a:ext cx="6939281" cy="1430476"/>
        </p:xfrm>
        <a:graphic>
          <a:graphicData uri="http://schemas.openxmlformats.org/drawingml/2006/table">
            <a:tbl>
              <a:tblPr/>
              <a:tblGrid>
                <a:gridCol w="12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4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C6,E8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Text-encoded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thirty-eight / sixty five thousand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38 / 65000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country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AUS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F5,F7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/ missing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13 / 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Coerced to NaT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A3,A4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 (Bob)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ID=2 appears twice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into one 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C3,C10,E4,E10,A7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numeric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as NaN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B8,D9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text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18000" marB="180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48DC7A-280B-21FD-D6A4-9DD2CDEB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6666"/>
            <a:ext cx="3681307" cy="200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5F9ECD-2013-0F7F-06A4-89BDEEEC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361" y="2746666"/>
            <a:ext cx="3898281" cy="2002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1EB492-265A-BCB6-9B65-E9733C97BC28}"/>
              </a:ext>
            </a:extLst>
          </p:cNvPr>
          <p:cNvSpPr txBox="1"/>
          <p:nvPr/>
        </p:nvSpPr>
        <p:spPr>
          <a:xfrm>
            <a:off x="1695026" y="2312361"/>
            <a:ext cx="120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E4C1F-A42F-B83D-7180-EB995F5B6AEF}"/>
              </a:ext>
            </a:extLst>
          </p:cNvPr>
          <p:cNvSpPr txBox="1"/>
          <p:nvPr/>
        </p:nvSpPr>
        <p:spPr>
          <a:xfrm>
            <a:off x="6468535" y="2302896"/>
            <a:ext cx="120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Cleaned</a:t>
            </a:r>
            <a:endParaRPr lang="en-PH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C8DE316-CAA1-441D-5B83-AC5B3BD966B3}"/>
              </a:ext>
            </a:extLst>
          </p:cNvPr>
          <p:cNvSpPr/>
          <p:nvPr/>
        </p:nvSpPr>
        <p:spPr>
          <a:xfrm>
            <a:off x="4282594" y="3628390"/>
            <a:ext cx="48768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Boxplots</a:t>
            </a:r>
            <a:endParaRPr lang="en-US" sz="2600" dirty="0"/>
          </a:p>
        </p:txBody>
      </p:sp>
      <p:pic>
        <p:nvPicPr>
          <p:cNvPr id="4" name="Image 0" descr="/home/claude/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73152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8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detected. All values fall within the expected range. Expected range was calculated by matplotlib using IQR formula.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</a:t>
            </a:r>
            <a:endParaRPr lang="en-US" sz="2600" dirty="0"/>
          </a:p>
        </p:txBody>
      </p:sp>
      <p:pic>
        <p:nvPicPr>
          <p:cNvPr id="3" name="Image 0" descr="/home/claude/heatmap.png"/>
          <p:cNvPicPr>
            <a:picLocks noChangeAspect="1"/>
          </p:cNvPicPr>
          <p:nvPr/>
        </p:nvPicPr>
        <p:blipFill>
          <a:blip r:embed="rId3"/>
          <a:srcRect t="1595" b="2109"/>
          <a:stretch>
            <a:fillRect/>
          </a:stretch>
        </p:blipFill>
        <p:spPr>
          <a:xfrm>
            <a:off x="277706" y="962571"/>
            <a:ext cx="4483947" cy="3532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15653" y="837871"/>
            <a:ext cx="3671147" cy="3782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u="sng" dirty="0"/>
              <a:t>Relevant Relationships: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Age vs Salary (r=0.63):</a:t>
            </a:r>
            <a:r>
              <a:rPr lang="en-US" sz="1100" dirty="0"/>
              <a:t> Moderate positive relationship. Older employees tend to earn more.</a:t>
            </a:r>
          </a:p>
          <a:p>
            <a:endParaRPr lang="en-US" sz="1100" dirty="0"/>
          </a:p>
          <a:p>
            <a:r>
              <a:rPr lang="en-US" sz="1100" b="1" u="sng" dirty="0"/>
              <a:t>Supporting Relationships: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Salary vs Company Tenure (r=0.01):</a:t>
            </a:r>
            <a:r>
              <a:rPr lang="en-US" sz="1100" dirty="0"/>
              <a:t> Almost no relationship. Length of service does not predict salary in this dataset.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Salary vs Country (r=0.35):</a:t>
            </a:r>
            <a:r>
              <a:rPr lang="en-US" sz="1100" dirty="0"/>
              <a:t> Weak positive relationship. AUS employees tend to earn slightly more than NZ employees.</a:t>
            </a:r>
          </a:p>
          <a:p>
            <a:endParaRPr lang="en-US" sz="1100" dirty="0"/>
          </a:p>
          <a:p>
            <a:r>
              <a:rPr lang="en-US" sz="1100" b="1" u="sng" dirty="0"/>
              <a:t>Less Relevant: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Age vs Company Tenure (r=0.72):</a:t>
            </a:r>
            <a:r>
              <a:rPr lang="en-US" sz="1100" dirty="0"/>
              <a:t> Strong positive relationship. Older employees tend to have longer company tenure.</a:t>
            </a:r>
            <a:endParaRPr lang="en-US" sz="11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Company Tenure vs Country (r=-0.79):</a:t>
            </a:r>
            <a:r>
              <a:rPr lang="en-US" sz="1100" dirty="0"/>
              <a:t> Strong negative relationship. NZ employees tend to have longer tenure than AUS employees.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Age vs Country (r=0.00):</a:t>
            </a:r>
            <a:r>
              <a:rPr lang="en-US" sz="1100" dirty="0"/>
              <a:t> No relationship. Age is not linked to which country the employee is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279</Words>
  <Application>Microsoft Office PowerPoint</Application>
  <PresentationFormat>On-screen Show (16:9)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3 - Data Cleaning &amp; Correlation Analysis</dc:title>
  <dc:subject>PptxGenJS Presentation</dc:subject>
  <dc:creator>PptxGenJS</dc:creator>
  <cp:lastModifiedBy>Albert Levinson Canoza</cp:lastModifiedBy>
  <cp:revision>4</cp:revision>
  <dcterms:created xsi:type="dcterms:W3CDTF">2026-05-02T20:54:52Z</dcterms:created>
  <dcterms:modified xsi:type="dcterms:W3CDTF">2026-05-02T22:21:02Z</dcterms:modified>
</cp:coreProperties>
</file>