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18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69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839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dataset/501/beijing+multi+site+air+quality+dat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om.com/share/c46640b23962478ebca18a5cb9eac265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on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Beijing Multi-Site Air Quality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Load and Inspect the Dataset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13232"/>
            <a:ext cx="85953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046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1051559"/>
            <a:ext cx="3459480" cy="20161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a zip file as source data from </a:t>
            </a: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Beijing Multi-Site Air Quality</a:t>
            </a: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zip file contains a jpg file, zip file and a excel sheet.</a:t>
            </a:r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Upon checking, only zip file is related to air quality and other 2 files are not relevant hence ignored.</a:t>
            </a:r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12 CSV files and merged into one table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420,768 rows and 18 columns total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Pollutants (PM2.5, PM10, SO2, NO2, CO, O3) — float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columns (year, month, day, hour) — integer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and wind direction — string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07463" y="92589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75395" y="3356385"/>
            <a:ext cx="2804111" cy="1558515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2275" y="3356385"/>
            <a:ext cx="2613611" cy="15084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csv_files = glob.glob("PRSA_Data*.csv")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pd.concat(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(pd.read_csv(f) for f in csv_files),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ignore_index=True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print(data.head())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print(data.dtypes)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rows, columns = data.shape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print(f"Total Rows: {rows}")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print(f"Total Columns: {columns}")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DEC956E7-F46A-5FD4-08FB-D1402BC62056}"/>
              </a:ext>
            </a:extLst>
          </p:cNvPr>
          <p:cNvSpPr/>
          <p:nvPr/>
        </p:nvSpPr>
        <p:spPr>
          <a:xfrm>
            <a:off x="310577" y="3117731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C9C9D07-80B7-9042-8BD7-A8F4F4EB9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192" y="1172786"/>
            <a:ext cx="4939231" cy="27705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Data Cleaning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13232"/>
            <a:ext cx="85953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046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found in PM2.5, PM10, SO2, NO2, CO, O3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numeric missing values with column mean — fillna()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remaining rows with missing values — </a:t>
            </a:r>
            <a:r>
              <a:rPr lang="en-US" sz="10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</a:t>
            </a: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23108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3784" y="2583180"/>
            <a:ext cx="3176016" cy="1142493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674620"/>
            <a:ext cx="3095752" cy="97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print(data.isnull().sum())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data.fillna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0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data.select_dtypes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(include="number").mean(),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inplace=True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data.dropna(inplace=True)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39E210CC-8636-1707-E589-BAD7A3CD4440}"/>
              </a:ext>
            </a:extLst>
          </p:cNvPr>
          <p:cNvSpPr/>
          <p:nvPr/>
        </p:nvSpPr>
        <p:spPr>
          <a:xfrm>
            <a:off x="4572000" y="8046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33CA936-B7F3-5A50-9074-AD403CE37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028" y="1051560"/>
            <a:ext cx="1908263" cy="23180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 Basic Statistical Analysis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13232"/>
            <a:ext cx="85953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046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FontTx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statistics for all stations</a:t>
            </a:r>
          </a:p>
          <a:p>
            <a:pPr marL="127000" indent="-127000">
              <a:spcAft>
                <a:spcPts val="400"/>
              </a:spcAft>
              <a:buSzPct val="100000"/>
              <a:buFontTx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79.71 ug/m3</a:t>
            </a:r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57.00 ug/m3</a:t>
            </a:r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2.00 ug/m3</a:t>
            </a:r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999.00 ug/m3</a:t>
            </a:r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 79.94 ug/m3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245745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2704338"/>
            <a:ext cx="3489960" cy="87249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795778"/>
            <a:ext cx="3431032" cy="711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print(f"Mean:    {data['PM2.5'].mean():.2f} ug/m3")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print(f"Median:  {data['PM2.5'].median():.2f} ug/m3")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print(f"Min:     {data['PM2.5'].min():.2f} ug/m3")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print(f"Max:     {data['PM2.5'].max():.2f} ug/m3")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print(f"Std Dev: {data['PM2.5'].std():.2f} ug/m3")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059D61E3-6126-7E09-6BE7-F00A45329B23}"/>
              </a:ext>
            </a:extLst>
          </p:cNvPr>
          <p:cNvSpPr/>
          <p:nvPr/>
        </p:nvSpPr>
        <p:spPr>
          <a:xfrm>
            <a:off x="4480560" y="80848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94326A-8671-EB48-7195-F4C2EBF2D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58190"/>
            <a:ext cx="2857500" cy="7640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 Data Filtering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13232"/>
            <a:ext cx="85953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046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4114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selected for this example: </a:t>
            </a:r>
            <a:r>
              <a:rPr lang="en-US" sz="10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Dingling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table shows average PM2.5, PM10, SO2, NO2, CO, O3 for </a:t>
            </a:r>
            <a:r>
              <a:rPr lang="en-US" sz="10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Dingling</a:t>
            </a: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232486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2571750"/>
            <a:ext cx="3034030" cy="1965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590039"/>
            <a:ext cx="2873502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avg_all = data.groupby("station")[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["PM2.5","PM10","SO2","NO2","CO","O3"]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].mean().round(2)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print(avg_all)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stations = sorted(data["station"].unique())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name in enumerate(stations, 1):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print(f"{i}. {name}")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 = input("Enter number (0 for all): 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choice == "0":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selected = data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stn = stations[int(choice)-1]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selected = data[data["station"]==stn]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DEA3C862-5AB5-F17C-9ABD-7A8F0C764769}"/>
              </a:ext>
            </a:extLst>
          </p:cNvPr>
          <p:cNvSpPr/>
          <p:nvPr/>
        </p:nvSpPr>
        <p:spPr>
          <a:xfrm>
            <a:off x="4572000" y="8046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D59A58-A173-9AC0-3EA5-00BC78FF6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069" y="1033272"/>
            <a:ext cx="2381252" cy="3813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 Data Visualization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13232"/>
            <a:ext cx="85953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046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3633893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selected station: </a:t>
            </a:r>
            <a:r>
              <a:rPr lang="en-US" sz="10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Dingling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— PM2.5 is right-skewed, most readings are low with a long right tail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plot — PM2.5 spikes occasionally which shows signs of seasonal triggers</a:t>
            </a:r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—CO </a:t>
            </a:r>
            <a:r>
              <a:rPr lang="en-US" sz="1000" dirty="0"/>
              <a:t>has by far the most outliers reaching nearly 10,000 ug/m3 — other pollutants are relatively contained by comparison</a:t>
            </a:r>
          </a:p>
        </p:txBody>
      </p:sp>
      <p:sp>
        <p:nvSpPr>
          <p:cNvPr id="6" name="Text 4"/>
          <p:cNvSpPr/>
          <p:nvPr/>
        </p:nvSpPr>
        <p:spPr>
          <a:xfrm>
            <a:off x="274320" y="245745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2704338"/>
            <a:ext cx="3351530" cy="1828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795778"/>
            <a:ext cx="3140202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selected["PM2.5"].plot(kind="hist", bins=50)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plt.title(f"Histogram of PM2.5 - {label}")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plt.savefig("histogram_pm25.png")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selected["PM2.5"].reset_index(drop=True).plot()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plt.title(f"PM2.5 Over Time - {label}")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plt.savefig("lineplot_pm25.png")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selected[["PM2.5","PM10","SO2","NO2","CO","O3"]]\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.plot(kind="box")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plt.title(f"Boxplot - {label}")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plt.savefig("boxplot_pollutants.png")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3CDF667-1DA1-F76C-381C-565ACEE21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143" y="1092828"/>
            <a:ext cx="2460487" cy="1511046"/>
          </a:xfrm>
          <a:prstGeom prst="rect">
            <a:avLst/>
          </a:prstGeom>
        </p:spPr>
      </p:pic>
      <p:sp>
        <p:nvSpPr>
          <p:cNvPr id="17" name="Text 2">
            <a:extLst>
              <a:ext uri="{FF2B5EF4-FFF2-40B4-BE49-F238E27FC236}">
                <a16:creationId xmlns:a16="http://schemas.microsoft.com/office/drawing/2014/main" id="{A40EE0AD-8C14-5F5F-A02C-9B5904AE5DBF}"/>
              </a:ext>
            </a:extLst>
          </p:cNvPr>
          <p:cNvSpPr/>
          <p:nvPr/>
        </p:nvSpPr>
        <p:spPr>
          <a:xfrm>
            <a:off x="4097528" y="826685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CF0649D-25A5-77AD-E07B-EB9876862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7941" y="2795778"/>
            <a:ext cx="3575050" cy="145552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CF5D229-E139-3A4B-F59E-C27E6A4C10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725" y="1060705"/>
            <a:ext cx="2172955" cy="16047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 Correlation Analysis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13232"/>
            <a:ext cx="85953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046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selected station: </a:t>
            </a:r>
            <a:r>
              <a:rPr lang="en-US" sz="11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Dingling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correlated: PM10 (r=0.86) — same pollution sources as PM2.5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(r=0.78) and NO2 (r=0.69) also strongly correlated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(r=-0.09) — cold weather means more coal heating, raises PM2.5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correlation does not mean causation — variables may share the same source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27843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3031236"/>
            <a:ext cx="3580130" cy="1828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3031236"/>
            <a:ext cx="3419602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"PM2.5","PM10","SO2","NO2","CO","O3",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"TEMP","PRES","DEWP","RAIN","WSPM"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 = selected[cols].corr()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corr["PM2.5"]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.sort_values(ascending=False)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.round(2)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temp_corr = selected["TEMP"].corr(selected["PM2.5"])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print(f"TEMP vs PM2.5: {temp_corr:.4f}")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F568715A-854D-DAE6-F70B-F444D7854AB3}"/>
              </a:ext>
            </a:extLst>
          </p:cNvPr>
          <p:cNvSpPr/>
          <p:nvPr/>
        </p:nvSpPr>
        <p:spPr>
          <a:xfrm>
            <a:off x="4572000" y="8046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3F987DD-8720-41F2-D3EB-10343045A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854" y="1124711"/>
            <a:ext cx="3039591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Summary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13232"/>
            <a:ext cx="85953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420,768 records, 18 columns, 12 stations merged into one table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Missing values filled with column mean, remaining nulls dropped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Mean PM2.5 ~75 ug/m3, above WHO safe level of 15 ug/m3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Summary table for all stations, user selects one for detailed view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— Histogram right-skewed, line plot shows winter spikes, CO has most outliers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— PM10 (r=0.87) most correlated, temperature at -0.21 confirms winter effect</a:t>
            </a:r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endParaRPr lang="en-US" sz="11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link:</a:t>
            </a:r>
            <a:b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https://www.loom.com/share/c46640b23962478ebca18a5cb9eac265</a:t>
            </a:r>
            <a:endParaRPr lang="en-US" sz="11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1033</Words>
  <Application>Microsoft Office PowerPoint</Application>
  <PresentationFormat>On-screen Show (16:9)</PresentationFormat>
  <Paragraphs>144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Albert Levinson Canoza</cp:lastModifiedBy>
  <cp:revision>3</cp:revision>
  <dcterms:created xsi:type="dcterms:W3CDTF">2026-04-25T09:30:55Z</dcterms:created>
  <dcterms:modified xsi:type="dcterms:W3CDTF">2026-04-25T18:50:51Z</dcterms:modified>
</cp:coreProperties>
</file>