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355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C3557"/>
                </a:solidFill>
                <a:latin typeface="Arial"/>
              </a:rPr>
              <a:t>Avg Price by Bedrooms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 BDR</c:v>
                  </c:pt>
                  <c:pt idx="1">
                    <c:v>3 BDR</c:v>
                  </c:pt>
                  <c:pt idx="2">
                    <c:v>4 BDR</c:v>
                  </c:pt>
                  <c:pt idx="3">
                    <c:v>5 BDR</c:v>
                  </c:pt>
                  <c:pt idx="4">
                    <c:v>6 BDR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2900000</c:v>
                </c:pt>
                <c:pt idx="1">
                  <c:v>4200000</c:v>
                </c:pt>
                <c:pt idx="2">
                  <c:v>5800000</c:v>
                </c:pt>
                <c:pt idx="3">
                  <c:v>7500000</c:v>
                </c:pt>
                <c:pt idx="4">
                  <c:v>9300000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Prices Dataset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Initial Story — Descriptive Analytics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Activity 2  |  Yoobee Colleges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house prices?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estate agency has 546 property records.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want to understand what factors affect the sale price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they can make smarter, data-driven decisions.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Type: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3108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Analytics — What happened in the past?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3611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Aggregation  +  Data Mining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188720"/>
          </a:xfrm>
          <a:prstGeom prst="rect">
            <a:avLst/>
          </a:prstGeom>
          <a:solidFill>
            <a:srgbClr val="F4F6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188720"/>
          </a:xfrm>
          <a:prstGeom prst="rect">
            <a:avLst/>
          </a:prstGeom>
          <a:solidFill>
            <a:srgbClr val="F4F6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280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1188720"/>
          </a:xfrm>
          <a:prstGeom prst="rect">
            <a:avLst/>
          </a:prstGeom>
          <a:solidFill>
            <a:srgbClr val="F4F6F8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280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Price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(sq ft)  ·  Bedrooms  ·  Bathrooms  ·  Stories  ·  Parking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Road  ·  Guest Room  ·  Basement  ·  Air Conditioning  ·  Furnishing Status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are either numeric or yes/no values.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137160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is the #1 price driver</a:t>
            </a:r>
            <a:endParaRPr lang="en-US" sz="13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bedrooms generally = higher price</a:t>
            </a:r>
            <a:endParaRPr lang="en-US" sz="13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Furnished homes cost ~20% more</a:t>
            </a:r>
            <a:endParaRPr lang="en-US" sz="13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not determined by one factor alone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804672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7190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5880" y="171907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546 residential properties with 13 features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804672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963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49631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Analytics — data aggregation &amp; data mining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804672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735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327355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bedrooms, and furnishing status drive price the most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804672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507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405079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shaped by multiple factors, not just one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 by Yasser H.  |  Week 1 · Activity 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2026-04-19T00:48:24Z</dcterms:created>
  <dcterms:modified xsi:type="dcterms:W3CDTF">2026-04-19T00:48:24Z</dcterms:modified>
</cp:coreProperties>
</file>